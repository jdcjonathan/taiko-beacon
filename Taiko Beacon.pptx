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8478" y="1746912"/>
            <a:ext cx="3746962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Taiko Beacon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800945" y="2585062"/>
            <a:ext cx="3542109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Taiko Visible to AI Engines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01817" y="3209892"/>
            <a:ext cx="2540283" cy="18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AEO Infrastructure for the Agent Economy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5"/>
            <a:ext cx="7924933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developers today ask ChatGPT, Perplexity, or Claude "what's the best L2 for AI agents?", Taiko is rarely mentioned.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958082"/>
            <a:ext cx="7620166" cy="115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engines are the new Google — developers trust what AI tells them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8–12% overlap between SEO and AEO results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Taiko's strong tech is invisible to AI systems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6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engines don't see websites like humans do. They look for specific machine-readable signals: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718056"/>
            <a:ext cx="7620166" cy="115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in standardized formats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entity definitions across all sources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guidance files for AI crawlers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5"/>
            <a:ext cx="7620166" cy="157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llms.txt — AI crawlers have zero guidance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Wikipedia page — highest LLM training weight unserved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FAQ pages lack schema markup — missing 3× citation boost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CoinMarketCap has errors + wrong positioning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7818" y="1489853"/>
            <a:ext cx="406828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Pizza Place Analogy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2206047"/>
            <a:ext cx="7924933" cy="609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the best pizza place in the city, but you have no Yelp page, your Google Maps listing has the wrong address, and your menu isn't online.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34" y="3044114"/>
            <a:ext cx="7924933" cy="609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 algorithms will never recommend you — not because you make bad pizza, but because you're invisible to the system.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Taiko Beacon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3"/>
            <a:ext cx="7924933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deployable AEO infrastructure stack that makes Taiko visible and citable by AI engines — built on top of monitoring work already underway inside Taiko.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958080"/>
            <a:ext cx="7620166" cy="115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integrated technical components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citation improvement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AEO signal loop feeds directly into BI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1: llms.txt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45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text file at taiko.xyz/llms.txt that tells AI crawlers what Taiko is and which pages matter.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3"/>
            <a:ext cx="7620166" cy="145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protocol recognized by GPTBot, ClaudeBot, PerplexityBot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canonical definition + key page links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Web/infra team for taiko.xyz root access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2: FAQ Schema Injector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45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invisible JSON-LD tags to FAQ pages that explicitly mark questions and answers for AI engines.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3"/>
            <a:ext cx="7620166" cy="145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3× citation uplift vs plain HTML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seed Q&amp;A pairs covering entity, comparison, technical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Roger: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Docusaurus build pipeline access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3: Canonical Entity Page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47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authoritative page (taiko.xyz/what-is-taiko) that answers "What is Taiko?" consistently.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6"/>
            <a:ext cx="7620166" cy="145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comparison table vs Base, Arbitrum, Optimism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Embeds Organization + SoftwareApplication schema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 for all Taiko definitions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4: AI Context Pack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47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markdown file developers paste into LLM system prompts for instant Taiko knowledge.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6"/>
            <a:ext cx="7620166" cy="145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config, code snippets, protocol addresses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Auto-syncs when protocol contracts change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as GitHub raw URL for easy agent ingestion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5: AI.md Template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42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AI.md files for every official Taiko GitHub repo, providing context to coding assistants.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1"/>
            <a:ext cx="7620166" cy="145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present in any taikoxyz repo currently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+ GitHub Action enforcement workflow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 review from repo maintainers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6: Buyer Guide Page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42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checklist page (taiko.xyz/best-l2-for-ai-agents) targeting the exact query developers ask.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1"/>
            <a:ext cx="7620166" cy="145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matrix: agent identity, micropayments, finality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FAQ schema for agent-specific questions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"best L2 for AI agents" query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7: MCP Server Directory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42"/>
            <a:ext cx="7924933" cy="4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registration of Taiko's MCP servers in the Model Context Protocol directory for agent-facing discovery.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805778"/>
            <a:ext cx="7620166" cy="176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= standard protocol for AI tool integration; enables Claude Desktop, Cursor, and agents to call Taiko natively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active MCP server implementations to register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David: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Confirm production readiness + coordinate submission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8: Entity Corrections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42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fixes to external entity listings that AI engines heavily reference.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6"/>
            <a:ext cx="7620166" cy="145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CoinMarketCap duplicated founder + missing AI positioning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Wikipedia page + Wikidata Q-entity (confirmed missing)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DeFiLlama corrections (Messari excluded due to fees)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9: AEO Intelligence Platform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020961"/>
            <a:ext cx="7924933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Tiffany already runs weekly AEO checks manually — this formalizes her process and pipes results into the BI dashboard.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34" y="1599986"/>
            <a:ext cx="3886285" cy="18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AEO CITATION MONITOR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301" y="1862830"/>
            <a:ext cx="3505316" cy="918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prompts × 4 AI engines weekly</a:t>
            </a:r>
            <a:endParaRPr lang="en-US" sz="1140" dirty="0"/>
          </a:p>
          <a:p>
            <a:pPr marL="342900" indent="-342900">
              <a:lnSpc>
                <a:spcPts val="1938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Tiffany's existing checks 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724383" y="1599986"/>
            <a:ext cx="3886285" cy="18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DASHBOARD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150" y="1862830"/>
            <a:ext cx="3505316" cy="918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AEO citation trends as a native dashboard tab</a:t>
            </a:r>
            <a:endParaRPr lang="en-US" sz="1140" dirty="0"/>
          </a:p>
          <a:p>
            <a:pPr marL="342900" indent="-342900">
              <a:lnSpc>
                <a:spcPts val="1938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modes: GTM, Protocol, Partners, PR 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llms.txt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52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6"/>
            <a:ext cx="7620166" cy="157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at taiko.xyz/llms.txt — AI crawlers check automatically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versions: llms.txt (compact) + llms-full.txt (verbose)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script generates from canonical definition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access to taiko.xyz web root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FAQ Schema Injector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52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6"/>
            <a:ext cx="7620166" cy="157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tool fetches docs HTML via sitemap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page path to relevant FAQs from seed library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 JSON-LD script tag into Docusaurus build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Roger: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Docusaurus build config access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MCP Registration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52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lets AI agents call Taiko directly: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6"/>
            <a:ext cx="7620166" cy="1463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taiko-ai/mcp-servers is the official org implementation; TaikoClaw is David's standalone server — both need directory registration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manifest wraps both under one Taiko MCP entry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David: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Align on canonical entry + production readiness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AEO Intelligence Platform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352"/>
            <a:ext cx="808343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Tiffany's manual work becomes a live data layer: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565756"/>
            <a:ext cx="7620166" cy="1463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monitor.py runs weekly, queries GPT-4, Claude, Perplexity, Gemini — mirrors what Tiffany already does by hand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written to history.csv → ingested as a dedicated AEO tab in the BI dashboard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team sees citation trend + competitor positioning in one place alongside agent activity metrics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87"/>
            <a:ext cx="7620166" cy="157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near-zero to top-3 citation for key queries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Dramatically lower developer acquisition cost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feedback loop: AEO monitor feeds BI dashboard feeds GTM decisions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Taiko as authoritative voice on based rollups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Unique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87"/>
            <a:ext cx="7620166" cy="157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AEO-focused project in crypto hackathons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AI engines, not human developers directly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on Tiffany's existing AEO work — not starting from zero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Infrastructure, not a product — benefits entire ecosystem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Stakeholder Asks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87"/>
            <a:ext cx="7620166" cy="200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Web/Infra team: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access to taiko.xyz root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Docusaurus build pipeline access for schema injection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Confirm TaikoClaw + taiko-ai/mcp-servers production readiness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Tiffany: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 existing AEO prompt set to seed monitor.py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maintainers: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 review for AI.md template additions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87"/>
            <a:ext cx="7620166" cy="200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Deployable llms.txt + schema injection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canonical pages (entity + buyer guide)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context pack + GitHub repo templates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draft + Wikidata entity creation guide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AEO monitor automating Tiffany's checks, integrated as BI dashboard tab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3351" y="1563272"/>
            <a:ext cx="2997215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Taiko Beacon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13298" y="2340480"/>
            <a:ext cx="3917320" cy="266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Taiko the default answer for AI agents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058959" y="3393523"/>
            <a:ext cx="5026001" cy="18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AEO foundation Tiffany started — now automated, integrated, and open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2026-03-16T08:24:19Z</dcterms:created>
  <dcterms:modified xsi:type="dcterms:W3CDTF">2026-03-16T08:24:19Z</dcterms:modified>
</cp:coreProperties>
</file>